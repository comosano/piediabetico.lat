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560320" cy="25603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🦶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piediabetico.lat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 clínica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pie diabético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Latinoamérica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especializada · Ficha evolutiva fotográfica · Calculadoras clínicas · Teleconsulta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amputaciones no traumáticas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precedidas por una úlcera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pudo prevenirse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19-34%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pacientes diabéticos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desarrollarán una úlcera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su vida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Lejanía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70% de los especialistas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en ciudades grandes.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paciente rural no llega.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no existe ninguna plataforma digital en español, gratuita y especializada en pie diabético para LATAM.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piediabetico.lat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ecosistema digital completo donde conviven pacientes, podólogos, enfermeros,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infectólogos y diabetólogos, conectados alrededor de la ficha clínica del paciente.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2103120"/>
            <a:ext cx="2029968" cy="2651760"/>
          </a:xfrm>
          <a:prstGeom prst="roundRect">
            <a:avLst>
              <a:gd name="adj" fmla="val 5405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24028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especializada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perfil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3063240"/>
            <a:ext cx="20299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distintas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paciente, podólogo,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infectólogo y diabetólogo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95728" y="2103120"/>
            <a:ext cx="2029968" cy="2651760"/>
          </a:xfrm>
          <a:prstGeom prst="roundRect">
            <a:avLst>
              <a:gd name="adj" fmla="val 540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224028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evolutiva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fotográfica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95728" y="3063240"/>
            <a:ext cx="20299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podólogo sube fotos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visita y ve la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de la herida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08576" y="2103120"/>
            <a:ext cx="2029968" cy="2651760"/>
          </a:xfrm>
          <a:prstGeom prst="roundRect">
            <a:avLst>
              <a:gd name="adj" fmla="val 5405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24028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08576" y="3063240"/>
            <a:ext cx="20299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IWGDF, TIMERS,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antibióticos con ajuste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renal, off-loading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21424" y="2103120"/>
            <a:ext cx="2029968" cy="2651760"/>
          </a:xfrm>
          <a:prstGeom prst="roundRect">
            <a:avLst>
              <a:gd name="adj" fmla="val 54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1424" y="224028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Teleconsulta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acceso remoto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21424" y="3063240"/>
            <a:ext cx="20299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paciente rural accede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especialistas urbanos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su historial completo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ficha evolutiva fotográfica — el corazón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214884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926080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 foto de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herida c/3 días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celular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536192"/>
            <a:ext cx="228600" cy="12801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18872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23160" y="214884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analiza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2926080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cm², composición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tisular, comparación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foto anterior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1536192"/>
            <a:ext cx="228600" cy="12801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188720"/>
            <a:ext cx="822960" cy="8229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17720" y="214884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Podólogo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todo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926080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tiempo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completa, agrega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clínica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536192"/>
            <a:ext cx="228600" cy="12801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188720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12280" y="214884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240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2926080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historial antes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teleconsulta,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recomendación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73659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paciente no necesita ir al especialista. El especialista ve la evolución completa antes de la teleconsulta.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portales especializados, 1 ecosistema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Paciente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170432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Auto-triage · Subida de fotos · Historial propio · Link a especialista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9280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🦶  Podólogo / Enfermero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92024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evolutiva · Cámara integrada · TIMERS · Off-loading · Evolución visual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596896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4261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🦠  Infectólogo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670048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Antibióticos IDSA · Ajuste renal · Cultivos · Osteomielitis · Novedades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346704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9242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⚕️  Diabetólogo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419856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completo · IWGDF · Correlación HbA1c-cicatrización · Vascular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09651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1422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Médico general / rural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169664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del paciente · Solicitar teleconsulta · Derivación con historial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especializada — respuestas distintas para cada perfil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pregunta recibe respuestas completamente distintas según quién pregunta.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chatbot genérico. Es un asistente clínico que conoce el nivel de quien consulta.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2011680"/>
            <a:ext cx="1051560" cy="804672"/>
          </a:xfrm>
          <a:prstGeom prst="roundRect">
            <a:avLst>
              <a:gd name="adj" fmla="val 9091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011680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3383280" cy="804672"/>
          </a:xfrm>
          <a:prstGeom prst="roundRect">
            <a:avLst>
              <a:gd name="adj" fmla="val 909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08483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"Tengo una herida que no cierra hace 2 semanas"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66544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"Esto necesita atención médica. Te recomiendo consultar esta semana. ¿Tenés fiebre o la zona está más roja que ayer?"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999232"/>
            <a:ext cx="1051560" cy="804672"/>
          </a:xfrm>
          <a:prstGeom prst="roundRect">
            <a:avLst>
              <a:gd name="adj" fmla="val 909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999232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Enfermero/Podólogo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71600" y="2999232"/>
            <a:ext cx="3383280" cy="804672"/>
          </a:xfrm>
          <a:prstGeom prst="roundRect">
            <a:avLst>
              <a:gd name="adj" fmla="val 909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07238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"Lecho 60% fibrina, exudado moderado, sin eritema perilesional"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999232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054096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"Sugerencia TIMERS: apósito de alginato o hidrocoloide. Desbridamiento autolítico. Curación cada 48-72 hs."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986784"/>
            <a:ext cx="1051560" cy="804672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986784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Infectólogo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71600" y="3986784"/>
            <a:ext cx="3383280" cy="804672"/>
          </a:xfrm>
          <a:prstGeom prst="roundRect">
            <a:avLst>
              <a:gd name="adj" fmla="val 909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05993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2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"Úlcera Wagner 3, PCR 180, creatinina 2.1, sin cultivo"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986784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04164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"Esquema empírico moderado-grave: Pip-Taz 3.375g IV/6h. Ajuste por eGFR 28: dosis reducida. Advertencia nefrotóxica activa."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Tecnología: Claude API con 4 system prompts clínicos diferenciados por rol de usuario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técnica — 100% open source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7899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PORTALES (frontend)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1078992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152144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Tailwind CSS — PWA offline-first · cámara integrada · 5 portales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185166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8516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ORQUESTADOR (backend)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0280" y="1851660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924812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Python — 11 agentes clínicos · calculadoras IWGDF/TIMERS/ATB/off-loading · Claude Vision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624328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6243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SEMANAL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40280" y="2624328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697480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Beat — PubMed → Redactor IA → PDF clínico · actualización automática cada lunes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339699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39699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40280" y="3396996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470148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 · MinIO (imágenes médicas) · Redis (colas) · VPS Donweb Ubuntu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4169664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16966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DE VISIÓN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40280" y="4169664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4242816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FUSegNet (Dice 92.7%) — segmentación de úlceras · DFUTissueSegNet — clasificación tisular · Grad-CAM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 — capas de valor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8595360" cy="768096"/>
          </a:xfrm>
          <a:prstGeom prst="roundRect">
            <a:avLst>
              <a:gd name="adj" fmla="val 9524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52144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gratuitas sin límite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" y="1453896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Calculadoras clínicas · IA de consulta · Guías y PDFs · Tráfico recurrente de profesionales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88720" y="2011680"/>
            <a:ext cx="6766560" cy="768096"/>
          </a:xfrm>
          <a:prstGeom prst="roundRect">
            <a:avLst>
              <a:gd name="adj" fmla="val 9524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048256"/>
            <a:ext cx="6547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clínica evolutiva — suscripción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2350008"/>
            <a:ext cx="6547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Podólogo/enfermero: ficha fotográfica del paciente · Hasta 5 gratis → pago por más pacientes · USD 15-25/mes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2907792"/>
            <a:ext cx="4937760" cy="768096"/>
          </a:xfrm>
          <a:prstGeom prst="roundRect">
            <a:avLst>
              <a:gd name="adj" fmla="val 9524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2944368"/>
            <a:ext cx="4718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Teleconsulta paga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12848" y="3246120"/>
            <a:ext cx="4718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 paga la consulta al especialista · Plataforma cobra comisión del 15-20%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3803904"/>
            <a:ext cx="3200400" cy="768096"/>
          </a:xfrm>
          <a:prstGeom prst="roundRect">
            <a:avLst>
              <a:gd name="adj" fmla="val 952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384048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Laboratorios y congresos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81528" y="4142232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Audiencia calificada hiperespecializada · Sponsorship · Stands · Contenido patrocinado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2026 — de la demo a los congresos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73152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33472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funcional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completo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evolutiva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por perfil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2633472"/>
            <a:ext cx="384048" cy="38404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1115568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2-4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HENDOLAT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29968" y="297180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contacto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comunidad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88536" y="2633472"/>
            <a:ext cx="384048" cy="384048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115568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19-21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94176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ALAD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94176" y="297180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con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meses de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reales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52744" y="263347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58384" y="1115568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 2-5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58384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AMEXIPIED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Zacatecas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58384" y="297180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Congreso 100%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diabético.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formal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16952" y="2633472"/>
            <a:ext cx="384048" cy="3840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2592" y="1115568"/>
            <a:ext cx="1572768" cy="1389888"/>
          </a:xfrm>
          <a:prstGeom prst="roundRect">
            <a:avLst>
              <a:gd name="adj" fmla="val 526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22592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SADI · IDF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22592" y="297180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semilla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Hackathones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LATAM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560320"/>
            <a:ext cx="4572000" cy="45720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construyendo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 clínica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pie diabético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en LATAM.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Cuestionarios clínicos a infectólogo, enfermera y diabetólogo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Servidor VPS — Docker + PostgreSQL + Redis + MinIO configurado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Solicitud de acceso al dataset FUSeg (UW-Milwaukee)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MVP funcional — fin de semana del 19 de septiembre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piediabetico.lat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2026-08-22T15:49:21Z</dcterms:created>
  <dcterms:modified xsi:type="dcterms:W3CDTF">2026-08-22T15:49:21Z</dcterms:modified>
</cp:coreProperties>
</file>